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01953" y="1251645"/>
            <a:ext cx="4339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Infrastruttura IT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126580" y="2089845"/>
            <a:ext cx="48906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Compagnia Theta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2614782" y="3080445"/>
            <a:ext cx="391443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 Sicura e Segmentata per 6 Piani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20027" y="3705225"/>
            <a:ext cx="270394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Sniffing Sockets • Progetto Build Week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Obiettivi del Progetto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Connettività: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120 postazioni di lavoro su 6 piani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Segmentazione: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VLAN logiche per isolamento traffico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Sicurezza: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Firewall perimetrale + 3 IDS/IPS strategie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NAS centralizzato con RAID tolleranza guasti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40745" y="1087487"/>
            <a:ext cx="2462361" cy="124956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40745" y="2337048"/>
            <a:ext cx="2462361" cy="124956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40745" y="3586609"/>
            <a:ext cx="2462361" cy="1185565"/>
          </a:xfrm>
          <a:prstGeom prst="rect">
            <a:avLst/>
          </a:prstGeom>
          <a:solidFill>
            <a:srgbClr val="00C447"/>
          </a:solidFill>
          <a:ln/>
          <a:effectLst>
            <a:outerShdw sx="100000" sy="100000" kx="0" ky="0" algn="bl" rotWithShape="0" blurRad="152400" dist="76200" dir="540000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638464" y="371326"/>
            <a:ext cx="3867073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Struttura Edificio Theta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3627017" y="1392287"/>
            <a:ext cx="188981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Piani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627017" y="1712268"/>
            <a:ext cx="188981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27017" y="2641848"/>
            <a:ext cx="188981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PC/Piano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627017" y="2961829"/>
            <a:ext cx="188981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27017" y="3891409"/>
            <a:ext cx="188981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Postazioni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627017" y="4211389"/>
            <a:ext cx="1889817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Totali</a:t>
            </a:r>
            <a:endParaRPr lang="en-US" sz="14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7924800" cy="1136749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614910"/>
            <a:ext cx="7924800" cy="1136749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980259"/>
            <a:ext cx="7924800" cy="1136749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VLAN: Segmentazione Logica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478161"/>
            <a:ext cx="76169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 10-60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200" y="1752451"/>
            <a:ext cx="76169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reparti aziendali, una per piano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8200" y="1965722"/>
            <a:ext cx="7616952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Isolamento traffico broadcast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838200" y="2843510"/>
            <a:ext cx="76169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 100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38200" y="3117800"/>
            <a:ext cx="76169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server e NAS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38200" y="3331071"/>
            <a:ext cx="7616952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Accesso controllato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838200" y="4208859"/>
            <a:ext cx="76169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 200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38200" y="4483150"/>
            <a:ext cx="76169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DMZ - Web Server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8200" y="4696420"/>
            <a:ext cx="7616952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Isolamento massimo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 On-a-Stick: Inter-VLAN Routing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0C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Trunk 802.1Q: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Un'interfaccia verso switch trasporta tutte le VLAN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0C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Sub-interfacce: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G0/0.10, G0/0.20... una per VLAN con encapsulation dot1Q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0C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Gateway: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Ogni sub-interfaccia ha IP della propria rete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0C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DHCP Server: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 pool per ogni rete, assegna IP dinamicamente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659755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381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85516"/>
            <a:ext cx="7924800" cy="659755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381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2797671"/>
            <a:ext cx="7924800" cy="659755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381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609826"/>
            <a:ext cx="7924800" cy="659755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381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4269581"/>
            <a:ext cx="7924800" cy="659755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381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4929336"/>
            <a:ext cx="7924800" cy="659755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381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Configurazione DHCP per Reparti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762000" y="1325761"/>
            <a:ext cx="7772400" cy="173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/ Infrastruttura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762000" y="1499443"/>
            <a:ext cx="7772400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 10 • 192.168.10.0/24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762000" y="2137916"/>
            <a:ext cx="7772400" cy="173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 / Operations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762000" y="2311598"/>
            <a:ext cx="7772400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 20 • 192.168.20.0/24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762000" y="2950071"/>
            <a:ext cx="7772400" cy="173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Vendite / Marketing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762000" y="3123754"/>
            <a:ext cx="7772400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 30 • 192.168.30.0/24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762000" y="3762226"/>
            <a:ext cx="7772400" cy="173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/ Staff</a:t>
            </a:r>
            <a:endParaRPr lang="en-US" sz="1140" dirty="0"/>
          </a:p>
        </p:txBody>
      </p:sp>
      <p:sp>
        <p:nvSpPr>
          <p:cNvPr id="16" name="Text 14"/>
          <p:cNvSpPr/>
          <p:nvPr/>
        </p:nvSpPr>
        <p:spPr>
          <a:xfrm>
            <a:off x="762000" y="3935909"/>
            <a:ext cx="7772400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 40 • 192.168.40.0/24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762000" y="4421981"/>
            <a:ext cx="7772400" cy="173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Amministrazione</a:t>
            </a:r>
            <a:endParaRPr lang="en-US" sz="1140" dirty="0"/>
          </a:p>
        </p:txBody>
      </p:sp>
      <p:sp>
        <p:nvSpPr>
          <p:cNvPr id="18" name="Text 16"/>
          <p:cNvSpPr/>
          <p:nvPr/>
        </p:nvSpPr>
        <p:spPr>
          <a:xfrm>
            <a:off x="762000" y="4595664"/>
            <a:ext cx="7772400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 50 • 192.168.50.0/24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762000" y="5081736"/>
            <a:ext cx="7772400" cy="173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Direzione</a:t>
            </a:r>
            <a:endParaRPr lang="en-US" sz="1140" dirty="0"/>
          </a:p>
        </p:txBody>
      </p:sp>
      <p:sp>
        <p:nvSpPr>
          <p:cNvPr id="20" name="Text 18"/>
          <p:cNvSpPr/>
          <p:nvPr/>
        </p:nvSpPr>
        <p:spPr>
          <a:xfrm>
            <a:off x="762000" y="5255419"/>
            <a:ext cx="7772400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 60 • 192.168.60.0/24</a:t>
            </a:r>
            <a:endParaRPr lang="en-US" sz="10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NAS: Archiviazione Centralizzata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Posizionamento: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VLAN 100 (192.168.100.0/24) al piano terra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RAID Storage: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Tolleranza ai guasti, dati integri anche con disco fallito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Accesso: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 tutte le VLAN via router on a stick con ACL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Condivisione centralizzata di file aziendali in sicurezza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Firewall Perimetrale: Difesa Esterna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Posizione: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 router centrale e Internet / Cloud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Ruolo: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Stateful filtering, NAT, policy di accesso tra zone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DMZ Interface: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Porta dedicata verso VLAN 200 (web server esposto)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Blocco Traffico: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Nega di default dalla DMZ verso LAN interna e NAS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7924800" cy="1268909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747070"/>
            <a:ext cx="7924800" cy="1268909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DMZ: Zona Demilitarizzata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554361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F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Cos'è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1874341"/>
            <a:ext cx="74615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Segmento isolato tra LAN interna e Internet, protetto da firewall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051870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F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 200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371850"/>
            <a:ext cx="74615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192.168.200.0/24 • Web Server DVWA ospitato qui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600" y="4320629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Protezione: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Compromissione web server ≠ accesso LAN interna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7924800" cy="152787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006030"/>
            <a:ext cx="7924800" cy="152787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IDS/IPS: Rilevamento e Blocco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554361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1874341"/>
            <a:ext cx="74615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Rileva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anomalie, invia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087612"/>
            <a:ext cx="7461504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blocca, solo monitora (in parallelo)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914400" y="3310830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14400" y="3630811"/>
            <a:ext cx="74615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Rileva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anomalie,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blocca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844082"/>
            <a:ext cx="7461504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Agisce in real-time (in linea)</a:t>
            </a:r>
            <a:endParaRPr lang="en-US" sz="10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IDS/IPS Strategici nella Rete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173361"/>
            <a:ext cx="7620000" cy="1340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IPS1 (Perimetro ↔ LAN):</a:t>
            </a:r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 firewall e router centrale • Controlla attacchi verso VLAN interne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IPS2 (Perimetro ↔ DMZ):</a:t>
            </a:r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 firewall e VLAN 200 • Blocca exploit/scansioni verso web server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IDS1 (Monitoraggio LAN/Server):</a:t>
            </a:r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 VLAN 100 • Rileva accessi anomali al NAS, esfiltrazione dati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Server: DVWA in DMZ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0C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Metasploitable: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Macchina vulnerabile per test e demo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0C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DVWA: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Damn Vulnerable Web Application - app target per security testing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0C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Accesso: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Solo da Internet verso porte consentite (80, 443)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0C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Isolamento: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Nessun accesso verso LAN e NAS per default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Cloud: Connessione verso Esterno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0C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Route: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Tutte le VLAN escono verso firewall → Internet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0C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Firewall traduce IP interni in IP pubblico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0C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DMZ Esterna: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Web server raggiungibile da Internet tramite firewall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0C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Sicurezza: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IPS e firewall monitorano traffico esterno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78497" y="2251770"/>
            <a:ext cx="4786857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Topologia: Visione Completa</a:t>
            </a:r>
            <a:endParaRPr lang="en-US" sz="2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7924800" cy="94476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381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346722"/>
            <a:ext cx="7924800" cy="94476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381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443883"/>
            <a:ext cx="7924800" cy="94476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381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4541044"/>
            <a:ext cx="7924800" cy="94476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381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Vantaggi della Segmentazione VLAN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38200" y="1478161"/>
            <a:ext cx="76169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Isolamento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200" y="1752451"/>
            <a:ext cx="76169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Broadcast confinati a ogni VLAN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38200" y="2575322"/>
            <a:ext cx="76169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38200" y="2849612"/>
            <a:ext cx="76169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 di broadcast ridotti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38200" y="3672483"/>
            <a:ext cx="76169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Sicurezza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8200" y="3946773"/>
            <a:ext cx="76169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controllate per ogni reparto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8200" y="4769644"/>
            <a:ext cx="76169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Scalabilità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8200" y="5043934"/>
            <a:ext cx="76169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Aggiunta reparti senza ricablaggi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7924800" cy="152787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006030"/>
            <a:ext cx="7924800" cy="152787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della Rete: Strumenti Python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554361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Scanner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1874341"/>
            <a:ext cx="74615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Scansione porte su dispositivi per identificare servizi attivi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310830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Verb Tester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630811"/>
            <a:ext cx="74615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verbi HTTP (GET, POST, PUT, DELETE) verso DVWA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Fasi di Implementazione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173361"/>
            <a:ext cx="7620000" cy="2217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00C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Analisi:</a:t>
            </a:r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Requisiti, struttura, dimensionamento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00C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Progettazione:</a:t>
            </a:r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VLAN, subnetting, schema indirizzamento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00C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Implementazione:</a:t>
            </a:r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Switch, router, DHCP, routing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00C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Sicurezza:</a:t>
            </a:r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DMZ, firewall, IDS/IPS, policy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00C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Testing:</a:t>
            </a:r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Script Python per validazione rete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00C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Report:</a:t>
            </a:r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Documentazione e raccomandazioni finali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7924800" cy="10185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381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344341"/>
            <a:ext cx="7924800" cy="10185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381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515320"/>
            <a:ext cx="7924800" cy="10185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381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 of Materials: Componenti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62000" y="1325761"/>
            <a:ext cx="77724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1600051"/>
            <a:ext cx="7772400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Router • 1 Firewall • 6 Switch (24+ porte)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762000" y="2496741"/>
            <a:ext cx="77724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&amp; Storage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2771031"/>
            <a:ext cx="7772400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Web Server (DVWA) • 1 NAS RAID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762000" y="3667720"/>
            <a:ext cx="77724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Sicurezza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62000" y="3942011"/>
            <a:ext cx="7772400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IDS • 2 IPS posizionati strategicamente</a:t>
            </a:r>
            <a:endParaRPr lang="en-US" sz="10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0C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Architettura Moderna: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Router on a stick con VLAN per scalabilità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0C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Difesa Multilivello: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Firewall + IDS/IPS + DMZ isolata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0C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Affidabile: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NAS RAID centralizzato e protetto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0C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Validato: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Script Python per verifica sicurezza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81403" y="1750814"/>
            <a:ext cx="1581046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Grazie!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420563" y="2527995"/>
            <a:ext cx="230272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Sniffing Sockets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854787" y="3152775"/>
            <a:ext cx="343427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Infrastruttura IT Theta • Build Week Progetto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2025-12-19T09:31:17Z</dcterms:created>
  <dcterms:modified xsi:type="dcterms:W3CDTF">2025-12-19T09:31:17Z</dcterms:modified>
</cp:coreProperties>
</file>